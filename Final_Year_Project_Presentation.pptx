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AI-Based Facial Recognition</a:t>
            </a:r>
          </a:p>
          <a:p>
            <a:r>
              <a:t>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</a:t>
            </a:r>
          </a:p>
          <a:p>
            <a:r>
              <a:t>Month Year: February 2026</a:t>
            </a:r>
          </a:p>
          <a:p/>
          <a:p>
            <a:r>
              <a:t>Presented By:</a:t>
            </a:r>
          </a:p>
          <a:p>
            <a:r>
              <a:t>[Your Name]</a:t>
            </a:r>
          </a:p>
          <a:p>
            <a:r>
              <a:t>[Roll Number]</a:t>
            </a:r>
          </a:p>
          <a:p>
            <a: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In traditional attendance systems, manual marking is time-consuming and prone to errors.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Proxies (fake attendance) are a common issue in educational institutions.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This project introduces an automated, biometric-based solution using Facial Recognition.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It leverages computer vision and AI to detect and verify student identities in real-time.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The goal is to modernize attendance tracking, ensuring accuracy, efficiency, and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Manual Attendance Issues: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Time-Consuming: Takes away valuable lecture time.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Human Error: Mistakes in marking or data entry.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Proxies: Students answering for absent friends.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Paper Waste: excessive use of paper sheets.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Lack of Real-time Analytics: Hard to track overall attendance trends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1. Automate the attendance process using Facial Recognition.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2. Eliminate proxy attendance completely.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3. Provide a user-friendly Dashboard for management.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4. Generate detailed attendance Reports (Daily/Monthly).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5. Store records securely and provide Excel export functionality.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6. Ensure specific performance with high accuracy (&gt;99%).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The system consists of three main modules: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1. Frontend (User Interface):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- Built with HTML, CSS, JavaScript.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- Provides the Dashboard, Registration, and Reporting interfaces.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2. Backend (Server):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- Powered by Python &amp; FastAPI.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- Handles API requests, image processing, and database logic.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3. AI Engine &amp; Database: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- Uses 'face_recognition' (Dlib) for encoding and matching.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- SQLite database for storing student records and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Methodology: Flow of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1. Image Capture: Camera captures the video stream.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2. Face Detection: The system locates faces in the frame (HOG method).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3. Feature Extraction: Converts face into a 128-dimensional numerical encoding.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4. Matching: Compares the new encoding with stored student encodings.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5. Verification: If distance &lt; threshold (0.5), a match is found.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6. Attendance Marking: Updates the database with Date, Time, and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Programming Language: Python 3.9+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Web Framework: FastAPI (Modern, High-performance)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Computer Vision Libraries: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• OpenCV (Image processing)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• Face_recognition (Dlib wrapper)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   • NumPy (Numerical operations)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Frontend: HTML5, CSS3, JavaScript, Jinja2 Templates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Database: SQLite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Data Export: Pandas, OpenPyXL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• High Accuracy: 99.38% on LFW benchmark.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Live Recognition: Detects faces in real-time video feeds.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Smart Dashboard: Visual statistics of Present vs Absent.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Excel Exports: Download reports for offline usage.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Secure Registration: Prevents duplicate registrations.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Responsive Design: Works on desktops and tablets.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• Dashboard: Real-time stats and recent attendance logs.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Registration: Capture photo and save student details.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Recognition: The core attendance taking interface with camera feed.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Reports: Generate attendance percentages and detailed logs.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Student Management: View, Edit, or Delete student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Conclusion: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The system successfuly automates attendance with high accuracy.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It saves time and prevents fraud/proxies.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Future Scope: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Integration with CCTV cameras for passive attendance.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Mobile App for students to track their own attendance.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Cloud Database (AWS/Firebase) for multi-campus support.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Liveness detection to prevent photo spoofing.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